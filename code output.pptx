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105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output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2023-B071-30763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1741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PART A: DATASET TRANSACTION</a:t>
            </a:r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339" y="1810257"/>
            <a:ext cx="3915321" cy="4105848"/>
          </a:xfrm>
        </p:spPr>
      </p:pic>
    </p:spTree>
    <p:extLst>
      <p:ext uri="{BB962C8B-B14F-4D97-AF65-F5344CB8AC3E}">
        <p14:creationId xmlns:p14="http://schemas.microsoft.com/office/powerpoint/2010/main" val="3735094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PART B: APRIORI ALGGORITHM FREQUENT ITEMS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180" y="2434232"/>
            <a:ext cx="5839640" cy="2857899"/>
          </a:xfrm>
        </p:spPr>
      </p:pic>
    </p:spTree>
    <p:extLst>
      <p:ext uri="{BB962C8B-B14F-4D97-AF65-F5344CB8AC3E}">
        <p14:creationId xmlns:p14="http://schemas.microsoft.com/office/powerpoint/2010/main" val="2451103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ASSOCIATION RULES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100" y="2191310"/>
            <a:ext cx="6439799" cy="3343742"/>
          </a:xfrm>
        </p:spPr>
      </p:pic>
    </p:spTree>
    <p:extLst>
      <p:ext uri="{BB962C8B-B14F-4D97-AF65-F5344CB8AC3E}">
        <p14:creationId xmlns:p14="http://schemas.microsoft.com/office/powerpoint/2010/main" val="1537243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PART C: STRONGEST RULES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443" y="3396391"/>
            <a:ext cx="5287113" cy="933580"/>
          </a:xfrm>
        </p:spPr>
      </p:pic>
    </p:spTree>
    <p:extLst>
      <p:ext uri="{BB962C8B-B14F-4D97-AF65-F5344CB8AC3E}">
        <p14:creationId xmlns:p14="http://schemas.microsoft.com/office/powerpoint/2010/main" val="2699154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BUSINESS RECOMENDATIONS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3606578"/>
            <a:ext cx="9067800" cy="1194021"/>
          </a:xfrm>
        </p:spPr>
      </p:pic>
    </p:spTree>
    <p:extLst>
      <p:ext uri="{BB962C8B-B14F-4D97-AF65-F5344CB8AC3E}">
        <p14:creationId xmlns:p14="http://schemas.microsoft.com/office/powerpoint/2010/main" val="4043199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23</Words>
  <Application>Microsoft Office PowerPoint</Application>
  <PresentationFormat>On-screen Show (4:3)</PresentationFormat>
  <Paragraphs>7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output</vt:lpstr>
      <vt:lpstr>PART A: DATASET TRANSACTION</vt:lpstr>
      <vt:lpstr>PART B: APRIORI ALGGORITHM FREQUENT ITEMS</vt:lpstr>
      <vt:lpstr>ASSOCIATION RULES</vt:lpstr>
      <vt:lpstr>PART C: STRONGEST RULES</vt:lpstr>
      <vt:lpstr>BUSINESS RECOMENDATIONS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output</dc:title>
  <dc:creator>Admin</dc:creator>
  <cp:lastModifiedBy>Admin</cp:lastModifiedBy>
  <cp:revision>3</cp:revision>
  <dcterms:created xsi:type="dcterms:W3CDTF">2006-08-16T00:00:00Z</dcterms:created>
  <dcterms:modified xsi:type="dcterms:W3CDTF">2025-12-14T15:00:27Z</dcterms:modified>
</cp:coreProperties>
</file>